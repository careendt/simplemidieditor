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5B437-5525-43FD-958C-20E8DE46E507}" v="672" dt="2025-11-17T16:59:54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274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13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0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032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61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80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71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94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869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7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23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снимок экрана, прямоугольный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94B4E5-B5BC-BB35-D478-50489B46FA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5887" r="9666"/>
          <a:stretch>
            <a:fillRect/>
          </a:stretch>
        </p:blipFill>
        <p:spPr>
          <a:xfrm>
            <a:off x="-774370" y="1"/>
            <a:ext cx="13162263" cy="685799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096508-D62F-C106-6B32-5A55764DD454}"/>
              </a:ext>
            </a:extLst>
          </p:cNvPr>
          <p:cNvSpPr/>
          <p:nvPr/>
        </p:nvSpPr>
        <p:spPr>
          <a:xfrm>
            <a:off x="2265405" y="1359243"/>
            <a:ext cx="7661189" cy="1915297"/>
          </a:xfrm>
          <a:prstGeom prst="rect">
            <a:avLst/>
          </a:prstGeom>
          <a:solidFill>
            <a:srgbClr val="0000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dirty="0">
                <a:latin typeface="Aptos Display"/>
              </a:rPr>
              <a:t>Simple MIDI Editor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58CE2CD-BA5E-C2C9-C881-EF31336E3FBE}"/>
              </a:ext>
            </a:extLst>
          </p:cNvPr>
          <p:cNvSpPr/>
          <p:nvPr/>
        </p:nvSpPr>
        <p:spPr>
          <a:xfrm>
            <a:off x="1290594" y="3535406"/>
            <a:ext cx="9610810" cy="2636107"/>
          </a:xfrm>
          <a:prstGeom prst="rect">
            <a:avLst/>
          </a:prstGeom>
          <a:solidFill>
            <a:srgbClr val="0000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sz="4400" dirty="0">
                <a:latin typeface="Aptos Display"/>
              </a:rPr>
              <a:t>Простой, </a:t>
            </a:r>
            <a:r>
              <a:rPr lang="ru-RU" sz="4400" dirty="0" err="1">
                <a:latin typeface="Aptos Display"/>
              </a:rPr>
              <a:t>настраеваемый</a:t>
            </a:r>
            <a:r>
              <a:rPr lang="ru-RU" sz="4400" dirty="0">
                <a:latin typeface="Aptos Display"/>
              </a:rPr>
              <a:t> редактор MIDI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шаблон, пространство, снимок экрана, ткан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BFA95C-8E19-FDDC-1E06-5FE6D7861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78" y="1469081"/>
            <a:ext cx="9529844" cy="538891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D42D8-0DA9-9D27-1061-B3C17682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562" y="-1764"/>
            <a:ext cx="5393267" cy="73289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Программа содержит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746187-BAFE-2DA6-D7AA-E2023003D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075" y="732014"/>
            <a:ext cx="9300519" cy="484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ru-RU" dirty="0">
                <a:solidFill>
                  <a:srgbClr val="FFFFFF"/>
                </a:solidFill>
                <a:ea typeface="+mn-lt"/>
                <a:cs typeface="+mn-lt"/>
              </a:rPr>
              <a:t> Создание и проигрывание MIDI последовательности</a:t>
            </a:r>
            <a:endParaRPr lang="ru-R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62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747AB-7335-591D-D383-34D2E6CB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снимок экрана, прямоугольный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A04371-A174-70CE-FD9C-CA9F77F60B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5887" r="9666"/>
          <a:stretch>
            <a:fillRect/>
          </a:stretch>
        </p:blipFill>
        <p:spPr>
          <a:xfrm>
            <a:off x="-774370" y="1"/>
            <a:ext cx="1316226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70F13-9CA0-D7C3-2F2A-91D1DED1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346" y="80614"/>
            <a:ext cx="5393267" cy="73289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Программа содержит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CD2A99-8700-83D3-B717-CD79EDB6B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07" y="1034068"/>
            <a:ext cx="5785709" cy="45743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ru-RU" dirty="0">
                <a:solidFill>
                  <a:srgbClr val="FFFFFF"/>
                </a:solidFill>
                <a:ea typeface="+mn-lt"/>
                <a:cs typeface="+mn-lt"/>
              </a:rPr>
              <a:t>Высокая кастомизация редактора 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D30B5-199A-D7E3-AC39-B52FF10147D7}"/>
              </a:ext>
            </a:extLst>
          </p:cNvPr>
          <p:cNvSpPr txBox="1"/>
          <p:nvPr/>
        </p:nvSpPr>
        <p:spPr>
          <a:xfrm>
            <a:off x="432486" y="1929027"/>
            <a:ext cx="837925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ru-RU" sz="3200" dirty="0">
                <a:solidFill>
                  <a:srgbClr val="FFFFFF"/>
                </a:solidFill>
              </a:rPr>
              <a:t>Полное изменение палитры редактора</a:t>
            </a:r>
            <a:endParaRPr lang="ru-RU"/>
          </a:p>
          <a:p>
            <a:pPr marL="457200" indent="-457200">
              <a:buFont typeface="Arial"/>
              <a:buChar char="•"/>
            </a:pPr>
            <a:endParaRPr lang="ru-RU" sz="3200" dirty="0">
              <a:solidFill>
                <a:srgbClr val="FFFFFF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ru-RU" sz="3200" dirty="0">
                <a:solidFill>
                  <a:srgbClr val="FFFFFF"/>
                </a:solidFill>
              </a:rPr>
              <a:t>Изменение параметров проекта</a:t>
            </a:r>
          </a:p>
          <a:p>
            <a:pPr marL="457200" indent="-457200">
              <a:buFont typeface="Arial"/>
              <a:buChar char="•"/>
            </a:pPr>
            <a:endParaRPr lang="ru-RU" sz="3200" dirty="0">
              <a:solidFill>
                <a:srgbClr val="FFFFFF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ru-RU" sz="3200" dirty="0">
                <a:solidFill>
                  <a:srgbClr val="FFFFFF"/>
                </a:solidFill>
              </a:rPr>
              <a:t>Изменение отображения элементов</a:t>
            </a:r>
          </a:p>
          <a:p>
            <a:endParaRPr lang="ru-RU" sz="3200" dirty="0">
              <a:solidFill>
                <a:srgbClr val="FFFFFF"/>
              </a:solidFill>
            </a:endParaRPr>
          </a:p>
        </p:txBody>
      </p:sp>
      <p:pic>
        <p:nvPicPr>
          <p:cNvPr id="12" name="Рисунок 11" descr="Изображение выглядит как шаблон, пространство, снимок экрана, ткан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1ADB83-1685-F320-20E4-A1392F5C3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078" y="6955481"/>
            <a:ext cx="9529844" cy="538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5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413186-1A91-085C-4F8A-8B4FD59D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C926D2-6B30-C3D1-D4B5-1B4E945889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42495" r="31013"/>
          <a:stretch>
            <a:fillRect/>
          </a:stretch>
        </p:blipFill>
        <p:spPr>
          <a:xfrm>
            <a:off x="-170" y="10"/>
            <a:ext cx="8450317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085D0-0A5C-19CE-69B1-88975F91F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Программа содержит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B98183-9AB5-60CD-BC70-16B4299C0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5277684"/>
            <a:ext cx="4620584" cy="77549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Широкий выбор стандартных .mid инструментов</a:t>
            </a:r>
          </a:p>
        </p:txBody>
      </p:sp>
      <p:pic>
        <p:nvPicPr>
          <p:cNvPr id="10" name="Рисунок 9" descr="Изображение выглядит как снимок экрана, прямоугольный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2DA24C-A1B6-A59F-F93D-6B4DF5D35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82" r="32761"/>
          <a:stretch>
            <a:fillRect/>
          </a:stretch>
        </p:blipFill>
        <p:spPr>
          <a:xfrm>
            <a:off x="6225997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12" name="Рисунок 11" descr="Изображение выглядит как шаблон, пространство, снимок экрана, ткан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3EFC52-01A5-8A16-3B7B-D153C109F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078" y="6955481"/>
            <a:ext cx="9529844" cy="538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6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2985A-7057-2AE4-5AB4-F6E3B4A9E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FFFF"/>
                </a:solidFill>
              </a:rPr>
              <a:t>Программа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содержит</a:t>
            </a:r>
            <a:endParaRPr lang="ru-RU" dirty="0" err="1"/>
          </a:p>
        </p:txBody>
      </p:sp>
      <p:pic>
        <p:nvPicPr>
          <p:cNvPr id="4" name="Объект 3" descr="Изображение выглядит как снимок экрана, линия, Красочность, прямоуго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F0C82F-6663-7FD1-FA55-733EF3BC3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" y="2533622"/>
            <a:ext cx="12189853" cy="2807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89006F-D60C-61D7-B861-0C36918B748A}"/>
              </a:ext>
            </a:extLst>
          </p:cNvPr>
          <p:cNvSpPr txBox="1"/>
          <p:nvPr/>
        </p:nvSpPr>
        <p:spPr>
          <a:xfrm>
            <a:off x="4496486" y="3885513"/>
            <a:ext cx="23587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Текущий инструмент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D972FC-5AAF-D32F-5294-7EB7CF5F4186}"/>
              </a:ext>
            </a:extLst>
          </p:cNvPr>
          <p:cNvSpPr txBox="1"/>
          <p:nvPr/>
        </p:nvSpPr>
        <p:spPr>
          <a:xfrm>
            <a:off x="1242540" y="2876378"/>
            <a:ext cx="23587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Пред. инструмент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D3FBEC-6A60-C9F2-5BCC-7AC6F4EAA6B1}"/>
              </a:ext>
            </a:extLst>
          </p:cNvPr>
          <p:cNvSpPr txBox="1"/>
          <p:nvPr/>
        </p:nvSpPr>
        <p:spPr>
          <a:xfrm>
            <a:off x="7860270" y="2931297"/>
            <a:ext cx="23587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След. инструмент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8477A0-B593-47FE-E16C-C91F69A09B8D}"/>
              </a:ext>
            </a:extLst>
          </p:cNvPr>
          <p:cNvSpPr txBox="1"/>
          <p:nvPr/>
        </p:nvSpPr>
        <p:spPr>
          <a:xfrm>
            <a:off x="837513" y="1716215"/>
            <a:ext cx="41161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"Тени" инструментов / сортировка нот</a:t>
            </a:r>
          </a:p>
        </p:txBody>
      </p:sp>
    </p:spTree>
    <p:extLst>
      <p:ext uri="{BB962C8B-B14F-4D97-AF65-F5344CB8AC3E}">
        <p14:creationId xmlns:p14="http://schemas.microsoft.com/office/powerpoint/2010/main" val="347309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B8CD2-C7C5-CF19-A9FC-30360305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005" y="98735"/>
            <a:ext cx="10515600" cy="1325563"/>
          </a:xfrm>
        </p:spPr>
        <p:txBody>
          <a:bodyPr/>
          <a:lstStyle/>
          <a:p>
            <a:r>
              <a:rPr lang="en-US" err="1">
                <a:solidFill>
                  <a:srgbClr val="FFFFFF"/>
                </a:solidFill>
              </a:rPr>
              <a:t>Программа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содержит</a:t>
            </a:r>
            <a:endParaRPr lang="ru-RU" err="1"/>
          </a:p>
        </p:txBody>
      </p:sp>
      <p:pic>
        <p:nvPicPr>
          <p:cNvPr id="4" name="Объект 3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2DEF6C-87F8-2853-4163-A257320B0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778" y="1825625"/>
            <a:ext cx="7178443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E33520-5FD8-59E5-EFC7-2FEAA568372C}"/>
              </a:ext>
            </a:extLst>
          </p:cNvPr>
          <p:cNvSpPr txBox="1"/>
          <p:nvPr/>
        </p:nvSpPr>
        <p:spPr>
          <a:xfrm>
            <a:off x="930607" y="1256940"/>
            <a:ext cx="33193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Встроенную справку</a:t>
            </a:r>
          </a:p>
        </p:txBody>
      </p:sp>
    </p:spTree>
    <p:extLst>
      <p:ext uri="{BB962C8B-B14F-4D97-AF65-F5344CB8AC3E}">
        <p14:creationId xmlns:p14="http://schemas.microsoft.com/office/powerpoint/2010/main" val="393288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прямоугольный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1AF4C5-B337-D1CB-1792-345AE62591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5887" r="9666"/>
          <a:stretch>
            <a:fillRect/>
          </a:stretch>
        </p:blipFill>
        <p:spPr>
          <a:xfrm>
            <a:off x="-774370" y="1"/>
            <a:ext cx="1316226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C3857-A9BA-E5E9-1926-F6246193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8832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Спасибо за внимание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48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Программа содержит</vt:lpstr>
      <vt:lpstr>Программа содержит</vt:lpstr>
      <vt:lpstr>Программа содержит</vt:lpstr>
      <vt:lpstr>Программа содержит</vt:lpstr>
      <vt:lpstr>Программа содержит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182</cp:revision>
  <dcterms:created xsi:type="dcterms:W3CDTF">2025-11-17T15:54:23Z</dcterms:created>
  <dcterms:modified xsi:type="dcterms:W3CDTF">2025-11-17T17:00:09Z</dcterms:modified>
</cp:coreProperties>
</file>